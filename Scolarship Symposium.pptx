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7"/>
  </p:notesMasterIdLst>
  <p:sldIdLst>
    <p:sldId id="256" r:id="rId2"/>
    <p:sldId id="257" r:id="rId3"/>
    <p:sldId id="260" r:id="rId4"/>
    <p:sldId id="266" r:id="rId5"/>
    <p:sldId id="267" r:id="rId6"/>
    <p:sldId id="265" r:id="rId7"/>
    <p:sldId id="261" r:id="rId8"/>
    <p:sldId id="258" r:id="rId9"/>
    <p:sldId id="272" r:id="rId10"/>
    <p:sldId id="262" r:id="rId11"/>
    <p:sldId id="264" r:id="rId12"/>
    <p:sldId id="271" r:id="rId13"/>
    <p:sldId id="270" r:id="rId14"/>
    <p:sldId id="269" r:id="rId15"/>
    <p:sldId id="268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5DBD8D-AEAC-4193-8608-EDE0EA6D0ED7}" v="18" dt="2026-03-23T19:42:07.7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6716" autoAdjust="0"/>
  </p:normalViewPr>
  <p:slideViewPr>
    <p:cSldViewPr snapToGrid="0">
      <p:cViewPr>
        <p:scale>
          <a:sx n="60" d="100"/>
          <a:sy n="60" d="100"/>
        </p:scale>
        <p:origin x="1002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yler Parker" userId="d600db0a132671fc" providerId="LiveId" clId="{604D48C0-C6CD-4CFE-A0AF-6B69BDB117D4}"/>
    <pc:docChg chg="undo custSel addSld delSld modSld sldOrd">
      <pc:chgData name="Tyler Parker" userId="d600db0a132671fc" providerId="LiveId" clId="{604D48C0-C6CD-4CFE-A0AF-6B69BDB117D4}" dt="2026-03-23T19:42:14.654" v="256" actId="5793"/>
      <pc:docMkLst>
        <pc:docMk/>
      </pc:docMkLst>
      <pc:sldChg chg="modSp mod">
        <pc:chgData name="Tyler Parker" userId="d600db0a132671fc" providerId="LiveId" clId="{604D48C0-C6CD-4CFE-A0AF-6B69BDB117D4}" dt="2026-03-23T14:58:36.981" v="41" actId="20577"/>
        <pc:sldMkLst>
          <pc:docMk/>
          <pc:sldMk cId="2562106679" sldId="256"/>
        </pc:sldMkLst>
        <pc:spChg chg="mod">
          <ac:chgData name="Tyler Parker" userId="d600db0a132671fc" providerId="LiveId" clId="{604D48C0-C6CD-4CFE-A0AF-6B69BDB117D4}" dt="2026-03-23T14:57:36.687" v="2" actId="122"/>
          <ac:spMkLst>
            <pc:docMk/>
            <pc:sldMk cId="2562106679" sldId="256"/>
            <ac:spMk id="2" creationId="{31629243-0B25-4BAA-B8C5-53022B96E8B9}"/>
          </ac:spMkLst>
        </pc:spChg>
        <pc:spChg chg="mod">
          <ac:chgData name="Tyler Parker" userId="d600db0a132671fc" providerId="LiveId" clId="{604D48C0-C6CD-4CFE-A0AF-6B69BDB117D4}" dt="2026-03-23T14:58:36.981" v="41" actId="20577"/>
          <ac:spMkLst>
            <pc:docMk/>
            <pc:sldMk cId="2562106679" sldId="256"/>
            <ac:spMk id="3" creationId="{146C54AC-81F5-4878-B446-2590D5E0A078}"/>
          </ac:spMkLst>
        </pc:spChg>
      </pc:sldChg>
      <pc:sldChg chg="addSp delSp modSp mod">
        <pc:chgData name="Tyler Parker" userId="d600db0a132671fc" providerId="LiveId" clId="{604D48C0-C6CD-4CFE-A0AF-6B69BDB117D4}" dt="2026-03-23T19:22:27.997" v="251" actId="20577"/>
        <pc:sldMkLst>
          <pc:docMk/>
          <pc:sldMk cId="1064868949" sldId="257"/>
        </pc:sldMkLst>
        <pc:spChg chg="del">
          <ac:chgData name="Tyler Parker" userId="d600db0a132671fc" providerId="LiveId" clId="{604D48C0-C6CD-4CFE-A0AF-6B69BDB117D4}" dt="2026-03-23T15:01:37.778" v="118" actId="478"/>
          <ac:spMkLst>
            <pc:docMk/>
            <pc:sldMk cId="1064868949" sldId="257"/>
            <ac:spMk id="2" creationId="{6EA22F8D-DCBB-4E43-AB3C-C4BA912D2282}"/>
          </ac:spMkLst>
        </pc:spChg>
        <pc:spChg chg="add mod">
          <ac:chgData name="Tyler Parker" userId="d600db0a132671fc" providerId="LiveId" clId="{604D48C0-C6CD-4CFE-A0AF-6B69BDB117D4}" dt="2026-03-23T15:01:37.778" v="118" actId="478"/>
          <ac:spMkLst>
            <pc:docMk/>
            <pc:sldMk cId="1064868949" sldId="257"/>
            <ac:spMk id="4" creationId="{C1453ACE-CAD5-8D98-B66A-87A79E52ABED}"/>
          </ac:spMkLst>
        </pc:spChg>
        <pc:spChg chg="mod">
          <ac:chgData name="Tyler Parker" userId="d600db0a132671fc" providerId="LiveId" clId="{604D48C0-C6CD-4CFE-A0AF-6B69BDB117D4}" dt="2026-03-23T19:22:27.997" v="251" actId="20577"/>
          <ac:spMkLst>
            <pc:docMk/>
            <pc:sldMk cId="1064868949" sldId="257"/>
            <ac:spMk id="16" creationId="{EB9178E6-BC05-4951-8F77-2F100E4F1FD9}"/>
          </ac:spMkLst>
        </pc:spChg>
      </pc:sldChg>
      <pc:sldChg chg="addSp delSp modSp mod">
        <pc:chgData name="Tyler Parker" userId="d600db0a132671fc" providerId="LiveId" clId="{604D48C0-C6CD-4CFE-A0AF-6B69BDB117D4}" dt="2026-03-23T15:10:48.028" v="163" actId="962"/>
        <pc:sldMkLst>
          <pc:docMk/>
          <pc:sldMk cId="129825343" sldId="258"/>
        </pc:sldMkLst>
        <pc:spChg chg="add del mod">
          <ac:chgData name="Tyler Parker" userId="d600db0a132671fc" providerId="LiveId" clId="{604D48C0-C6CD-4CFE-A0AF-6B69BDB117D4}" dt="2026-03-23T15:10:23.506" v="156"/>
          <ac:spMkLst>
            <pc:docMk/>
            <pc:sldMk cId="129825343" sldId="258"/>
            <ac:spMk id="4" creationId="{A437D717-A1F4-C664-61CE-43AFDA5C7BD7}"/>
          </ac:spMkLst>
        </pc:spChg>
        <pc:picChg chg="del mod">
          <ac:chgData name="Tyler Parker" userId="d600db0a132671fc" providerId="LiveId" clId="{604D48C0-C6CD-4CFE-A0AF-6B69BDB117D4}" dt="2026-03-23T15:07:40.076" v="154" actId="478"/>
          <ac:picMkLst>
            <pc:docMk/>
            <pc:sldMk cId="129825343" sldId="258"/>
            <ac:picMk id="5" creationId="{FBD400AA-B24F-4F1E-BB69-742A6DB3CD7E}"/>
          </ac:picMkLst>
        </pc:picChg>
        <pc:picChg chg="add mod ord">
          <ac:chgData name="Tyler Parker" userId="d600db0a132671fc" providerId="LiveId" clId="{604D48C0-C6CD-4CFE-A0AF-6B69BDB117D4}" dt="2026-03-23T15:10:48.028" v="163" actId="962"/>
          <ac:picMkLst>
            <pc:docMk/>
            <pc:sldMk cId="129825343" sldId="258"/>
            <ac:picMk id="7" creationId="{FF415377-A8B6-AF39-245F-BD4869525BE2}"/>
          </ac:picMkLst>
        </pc:picChg>
      </pc:sldChg>
      <pc:sldChg chg="ord">
        <pc:chgData name="Tyler Parker" userId="d600db0a132671fc" providerId="LiveId" clId="{604D48C0-C6CD-4CFE-A0AF-6B69BDB117D4}" dt="2026-03-23T15:11:23.686" v="167"/>
        <pc:sldMkLst>
          <pc:docMk/>
          <pc:sldMk cId="4008137295" sldId="261"/>
        </pc:sldMkLst>
      </pc:sldChg>
      <pc:sldChg chg="addSp delSp modSp mod addAnim delAnim modNotesTx">
        <pc:chgData name="Tyler Parker" userId="d600db0a132671fc" providerId="LiveId" clId="{604D48C0-C6CD-4CFE-A0AF-6B69BDB117D4}" dt="2026-03-23T16:14:14.450" v="206" actId="14100"/>
        <pc:sldMkLst>
          <pc:docMk/>
          <pc:sldMk cId="2955730375" sldId="262"/>
        </pc:sldMkLst>
        <pc:spChg chg="add del mod">
          <ac:chgData name="Tyler Parker" userId="d600db0a132671fc" providerId="LiveId" clId="{604D48C0-C6CD-4CFE-A0AF-6B69BDB117D4}" dt="2026-03-23T15:17:38.405" v="196" actId="478"/>
          <ac:spMkLst>
            <pc:docMk/>
            <pc:sldMk cId="2955730375" sldId="262"/>
            <ac:spMk id="3" creationId="{232F8AC1-B331-322E-BA86-C163954A7C05}"/>
          </ac:spMkLst>
        </pc:spChg>
        <pc:spChg chg="add del">
          <ac:chgData name="Tyler Parker" userId="d600db0a132671fc" providerId="LiveId" clId="{604D48C0-C6CD-4CFE-A0AF-6B69BDB117D4}" dt="2026-03-23T16:13:54.642" v="200" actId="478"/>
          <ac:spMkLst>
            <pc:docMk/>
            <pc:sldMk cId="2955730375" sldId="262"/>
            <ac:spMk id="6" creationId="{55689BE9-DCCC-469E-8CA1-9AAB2F043E2F}"/>
          </ac:spMkLst>
        </pc:spChg>
        <pc:spChg chg="add del">
          <ac:chgData name="Tyler Parker" userId="d600db0a132671fc" providerId="LiveId" clId="{604D48C0-C6CD-4CFE-A0AF-6B69BDB117D4}" dt="2026-03-23T16:13:52.326" v="199" actId="478"/>
          <ac:spMkLst>
            <pc:docMk/>
            <pc:sldMk cId="2955730375" sldId="262"/>
            <ac:spMk id="7" creationId="{6A60CC85-C09F-473C-BFFE-B4E0D11FC50B}"/>
          </ac:spMkLst>
        </pc:spChg>
        <pc:spChg chg="add mod">
          <ac:chgData name="Tyler Parker" userId="d600db0a132671fc" providerId="LiveId" clId="{604D48C0-C6CD-4CFE-A0AF-6B69BDB117D4}" dt="2026-03-23T16:13:48.707" v="198"/>
          <ac:spMkLst>
            <pc:docMk/>
            <pc:sldMk cId="2955730375" sldId="262"/>
            <ac:spMk id="10" creationId="{F700B8A9-6E16-FCE8-A370-053B2C949FE2}"/>
          </ac:spMkLst>
        </pc:spChg>
        <pc:picChg chg="add del">
          <ac:chgData name="Tyler Parker" userId="d600db0a132671fc" providerId="LiveId" clId="{604D48C0-C6CD-4CFE-A0AF-6B69BDB117D4}" dt="2026-03-23T16:13:35.622" v="197" actId="478"/>
          <ac:picMkLst>
            <pc:docMk/>
            <pc:sldMk cId="2955730375" sldId="262"/>
            <ac:picMk id="5" creationId="{5B6A3E19-4E2E-4263-8708-BD52414703B3}"/>
          </ac:picMkLst>
        </pc:picChg>
        <pc:picChg chg="add del mod ord">
          <ac:chgData name="Tyler Parker" userId="d600db0a132671fc" providerId="LiveId" clId="{604D48C0-C6CD-4CFE-A0AF-6B69BDB117D4}" dt="2026-03-23T15:17:37.116" v="193" actId="931"/>
          <ac:picMkLst>
            <pc:docMk/>
            <pc:sldMk cId="2955730375" sldId="262"/>
            <ac:picMk id="8" creationId="{B1EADC20-5499-E8F4-6E83-A0243A05626A}"/>
          </ac:picMkLst>
        </pc:picChg>
        <pc:picChg chg="mod">
          <ac:chgData name="Tyler Parker" userId="d600db0a132671fc" providerId="LiveId" clId="{604D48C0-C6CD-4CFE-A0AF-6B69BDB117D4}" dt="2026-03-23T16:14:14.450" v="206" actId="14100"/>
          <ac:picMkLst>
            <pc:docMk/>
            <pc:sldMk cId="2955730375" sldId="262"/>
            <ac:picMk id="11" creationId="{AC7198DC-461F-B082-0FEE-1162F3DDB322}"/>
          </ac:picMkLst>
        </pc:picChg>
      </pc:sldChg>
      <pc:sldChg chg="addSp delSp modSp mod setBg">
        <pc:chgData name="Tyler Parker" userId="d600db0a132671fc" providerId="LiveId" clId="{604D48C0-C6CD-4CFE-A0AF-6B69BDB117D4}" dt="2026-03-23T16:47:53.994" v="221" actId="478"/>
        <pc:sldMkLst>
          <pc:docMk/>
          <pc:sldMk cId="570200493" sldId="264"/>
        </pc:sldMkLst>
        <pc:spChg chg="mod">
          <ac:chgData name="Tyler Parker" userId="d600db0a132671fc" providerId="LiveId" clId="{604D48C0-C6CD-4CFE-A0AF-6B69BDB117D4}" dt="2026-03-23T16:43:35.699" v="211" actId="26606"/>
          <ac:spMkLst>
            <pc:docMk/>
            <pc:sldMk cId="570200493" sldId="264"/>
            <ac:spMk id="2" creationId="{0B6C79B9-EB15-47C4-993C-2FB13D5EF156}"/>
          </ac:spMkLst>
        </pc:spChg>
        <pc:spChg chg="mod">
          <ac:chgData name="Tyler Parker" userId="d600db0a132671fc" providerId="LiveId" clId="{604D48C0-C6CD-4CFE-A0AF-6B69BDB117D4}" dt="2026-03-23T16:43:35.699" v="211" actId="26606"/>
          <ac:spMkLst>
            <pc:docMk/>
            <pc:sldMk cId="570200493" sldId="264"/>
            <ac:spMk id="3" creationId="{88A93EF8-36E4-4FBA-B439-4DD9AD0A99FF}"/>
          </ac:spMkLst>
        </pc:spChg>
        <pc:spChg chg="add">
          <ac:chgData name="Tyler Parker" userId="d600db0a132671fc" providerId="LiveId" clId="{604D48C0-C6CD-4CFE-A0AF-6B69BDB117D4}" dt="2026-03-23T16:43:35.699" v="211" actId="26606"/>
          <ac:spMkLst>
            <pc:docMk/>
            <pc:sldMk cId="570200493" sldId="264"/>
            <ac:spMk id="1035" creationId="{3F088236-D655-4F88-B238-E16762358025}"/>
          </ac:spMkLst>
        </pc:spChg>
        <pc:spChg chg="add">
          <ac:chgData name="Tyler Parker" userId="d600db0a132671fc" providerId="LiveId" clId="{604D48C0-C6CD-4CFE-A0AF-6B69BDB117D4}" dt="2026-03-23T16:43:35.699" v="211" actId="26606"/>
          <ac:spMkLst>
            <pc:docMk/>
            <pc:sldMk cId="570200493" sldId="264"/>
            <ac:spMk id="1037" creationId="{3DAC0C92-199E-475C-9390-119A9B027276}"/>
          </ac:spMkLst>
        </pc:spChg>
        <pc:spChg chg="add">
          <ac:chgData name="Tyler Parker" userId="d600db0a132671fc" providerId="LiveId" clId="{604D48C0-C6CD-4CFE-A0AF-6B69BDB117D4}" dt="2026-03-23T16:43:35.699" v="211" actId="26606"/>
          <ac:spMkLst>
            <pc:docMk/>
            <pc:sldMk cId="570200493" sldId="264"/>
            <ac:spMk id="1039" creationId="{C4CFB339-0ED8-4FE2-9EF1-6D1375B8499B}"/>
          </ac:spMkLst>
        </pc:spChg>
        <pc:spChg chg="add">
          <ac:chgData name="Tyler Parker" userId="d600db0a132671fc" providerId="LiveId" clId="{604D48C0-C6CD-4CFE-A0AF-6B69BDB117D4}" dt="2026-03-23T16:43:35.699" v="211" actId="26606"/>
          <ac:spMkLst>
            <pc:docMk/>
            <pc:sldMk cId="570200493" sldId="264"/>
            <ac:spMk id="1041" creationId="{31896C80-2069-4431-9C19-83B913734490}"/>
          </ac:spMkLst>
        </pc:spChg>
        <pc:spChg chg="add">
          <ac:chgData name="Tyler Parker" userId="d600db0a132671fc" providerId="LiveId" clId="{604D48C0-C6CD-4CFE-A0AF-6B69BDB117D4}" dt="2026-03-23T16:43:35.699" v="211" actId="26606"/>
          <ac:spMkLst>
            <pc:docMk/>
            <pc:sldMk cId="570200493" sldId="264"/>
            <ac:spMk id="1043" creationId="{BF120A21-0841-4823-B0C4-28AEBCEF9B78}"/>
          </ac:spMkLst>
        </pc:spChg>
        <pc:spChg chg="add">
          <ac:chgData name="Tyler Parker" userId="d600db0a132671fc" providerId="LiveId" clId="{604D48C0-C6CD-4CFE-A0AF-6B69BDB117D4}" dt="2026-03-23T16:43:35.699" v="211" actId="26606"/>
          <ac:spMkLst>
            <pc:docMk/>
            <pc:sldMk cId="570200493" sldId="264"/>
            <ac:spMk id="1045" creationId="{DBB05BAE-BBD3-4289-899F-A6851503C6B0}"/>
          </ac:spMkLst>
        </pc:spChg>
        <pc:spChg chg="add">
          <ac:chgData name="Tyler Parker" userId="d600db0a132671fc" providerId="LiveId" clId="{604D48C0-C6CD-4CFE-A0AF-6B69BDB117D4}" dt="2026-03-23T16:43:35.699" v="211" actId="26606"/>
          <ac:spMkLst>
            <pc:docMk/>
            <pc:sldMk cId="570200493" sldId="264"/>
            <ac:spMk id="1047" creationId="{9874D11C-36F5-4BBE-A490-019A54E953B0}"/>
          </ac:spMkLst>
        </pc:spChg>
        <pc:graphicFrameChg chg="del">
          <ac:chgData name="Tyler Parker" userId="d600db0a132671fc" providerId="LiveId" clId="{604D48C0-C6CD-4CFE-A0AF-6B69BDB117D4}" dt="2026-03-23T16:28:22.339" v="209" actId="478"/>
          <ac:graphicFrameMkLst>
            <pc:docMk/>
            <pc:sldMk cId="570200493" sldId="264"/>
            <ac:graphicFrameMk id="4" creationId="{E74F61F8-8836-4DFF-A90B-4343BB165FF6}"/>
          </ac:graphicFrameMkLst>
        </pc:graphicFrameChg>
        <pc:picChg chg="add del mod ord">
          <ac:chgData name="Tyler Parker" userId="d600db0a132671fc" providerId="LiveId" clId="{604D48C0-C6CD-4CFE-A0AF-6B69BDB117D4}" dt="2026-03-23T16:43:47.569" v="213" actId="478"/>
          <ac:picMkLst>
            <pc:docMk/>
            <pc:sldMk cId="570200493" sldId="264"/>
            <ac:picMk id="1026" creationId="{1F6DB003-7E67-DA86-70D6-C01EA3A50660}"/>
          </ac:picMkLst>
        </pc:picChg>
        <pc:picChg chg="add del mod">
          <ac:chgData name="Tyler Parker" userId="d600db0a132671fc" providerId="LiveId" clId="{604D48C0-C6CD-4CFE-A0AF-6B69BDB117D4}" dt="2026-03-23T16:47:53.994" v="221" actId="478"/>
          <ac:picMkLst>
            <pc:docMk/>
            <pc:sldMk cId="570200493" sldId="264"/>
            <ac:picMk id="1028" creationId="{CE55F7CC-DA11-6A48-AF71-DB1EB6226461}"/>
          </ac:picMkLst>
        </pc:picChg>
        <pc:picChg chg="add del mod">
          <ac:chgData name="Tyler Parker" userId="d600db0a132671fc" providerId="LiveId" clId="{604D48C0-C6CD-4CFE-A0AF-6B69BDB117D4}" dt="2026-03-23T16:46:12.571" v="220" actId="478"/>
          <ac:picMkLst>
            <pc:docMk/>
            <pc:sldMk cId="570200493" sldId="264"/>
            <ac:picMk id="1030" creationId="{54C78954-DD78-2EED-5ED1-0BB76DA4E7D7}"/>
          </ac:picMkLst>
        </pc:picChg>
      </pc:sldChg>
      <pc:sldChg chg="ord">
        <pc:chgData name="Tyler Parker" userId="d600db0a132671fc" providerId="LiveId" clId="{604D48C0-C6CD-4CFE-A0AF-6B69BDB117D4}" dt="2026-03-23T16:53:26.020" v="238"/>
        <pc:sldMkLst>
          <pc:docMk/>
          <pc:sldMk cId="1661780556" sldId="265"/>
        </pc:sldMkLst>
      </pc:sldChg>
      <pc:sldChg chg="del">
        <pc:chgData name="Tyler Parker" userId="d600db0a132671fc" providerId="LiveId" clId="{604D48C0-C6CD-4CFE-A0AF-6B69BDB117D4}" dt="2026-03-23T14:55:28.865" v="0" actId="47"/>
        <pc:sldMkLst>
          <pc:docMk/>
          <pc:sldMk cId="2738762824" sldId="270"/>
        </pc:sldMkLst>
      </pc:sldChg>
      <pc:sldChg chg="addSp delSp modSp new mod">
        <pc:chgData name="Tyler Parker" userId="d600db0a132671fc" providerId="LiveId" clId="{604D48C0-C6CD-4CFE-A0AF-6B69BDB117D4}" dt="2026-03-23T16:49:26.776" v="236" actId="14100"/>
        <pc:sldMkLst>
          <pc:docMk/>
          <pc:sldMk cId="3406865343" sldId="270"/>
        </pc:sldMkLst>
        <pc:spChg chg="mod">
          <ac:chgData name="Tyler Parker" userId="d600db0a132671fc" providerId="LiveId" clId="{604D48C0-C6CD-4CFE-A0AF-6B69BDB117D4}" dt="2026-03-23T16:48:08.258" v="225"/>
          <ac:spMkLst>
            <pc:docMk/>
            <pc:sldMk cId="3406865343" sldId="270"/>
            <ac:spMk id="3" creationId="{06260828-9B1A-219B-D3CD-C1774116F309}"/>
          </ac:spMkLst>
        </pc:spChg>
        <pc:spChg chg="add del">
          <ac:chgData name="Tyler Parker" userId="d600db0a132671fc" providerId="LiveId" clId="{604D48C0-C6CD-4CFE-A0AF-6B69BDB117D4}" dt="2026-03-23T16:48:01.009" v="224" actId="22"/>
          <ac:spMkLst>
            <pc:docMk/>
            <pc:sldMk cId="3406865343" sldId="270"/>
            <ac:spMk id="5" creationId="{B2DAD7A4-7354-0234-47EB-A322723D306C}"/>
          </ac:spMkLst>
        </pc:spChg>
        <pc:picChg chg="mod">
          <ac:chgData name="Tyler Parker" userId="d600db0a132671fc" providerId="LiveId" clId="{604D48C0-C6CD-4CFE-A0AF-6B69BDB117D4}" dt="2026-03-23T16:49:26.776" v="236" actId="14100"/>
          <ac:picMkLst>
            <pc:docMk/>
            <pc:sldMk cId="3406865343" sldId="270"/>
            <ac:picMk id="6" creationId="{872A77F3-C987-F14C-9A4C-ADCF3B534B1D}"/>
          </ac:picMkLst>
        </pc:picChg>
      </pc:sldChg>
      <pc:sldChg chg="new del">
        <pc:chgData name="Tyler Parker" userId="d600db0a132671fc" providerId="LiveId" clId="{604D48C0-C6CD-4CFE-A0AF-6B69BDB117D4}" dt="2026-03-23T16:23:19.086" v="208" actId="47"/>
        <pc:sldMkLst>
          <pc:docMk/>
          <pc:sldMk cId="3858164259" sldId="270"/>
        </pc:sldMkLst>
      </pc:sldChg>
      <pc:sldChg chg="modSp new mod">
        <pc:chgData name="Tyler Parker" userId="d600db0a132671fc" providerId="LiveId" clId="{604D48C0-C6CD-4CFE-A0AF-6B69BDB117D4}" dt="2026-03-23T16:49:03.581" v="231" actId="14100"/>
        <pc:sldMkLst>
          <pc:docMk/>
          <pc:sldMk cId="2984929715" sldId="271"/>
        </pc:sldMkLst>
        <pc:spChg chg="mod">
          <ac:chgData name="Tyler Parker" userId="d600db0a132671fc" providerId="LiveId" clId="{604D48C0-C6CD-4CFE-A0AF-6B69BDB117D4}" dt="2026-03-23T16:48:33.854" v="227"/>
          <ac:spMkLst>
            <pc:docMk/>
            <pc:sldMk cId="2984929715" sldId="271"/>
            <ac:spMk id="3" creationId="{872748A2-BA92-FD8D-8ECF-07FAF7F49F60}"/>
          </ac:spMkLst>
        </pc:spChg>
        <pc:picChg chg="mod">
          <ac:chgData name="Tyler Parker" userId="d600db0a132671fc" providerId="LiveId" clId="{604D48C0-C6CD-4CFE-A0AF-6B69BDB117D4}" dt="2026-03-23T16:49:03.581" v="231" actId="14100"/>
          <ac:picMkLst>
            <pc:docMk/>
            <pc:sldMk cId="2984929715" sldId="271"/>
            <ac:picMk id="4" creationId="{D9698BE3-45D8-CEDD-B77E-1FA04D4D7588}"/>
          </ac:picMkLst>
        </pc:picChg>
      </pc:sldChg>
      <pc:sldChg chg="modSp new mod">
        <pc:chgData name="Tyler Parker" userId="d600db0a132671fc" providerId="LiveId" clId="{604D48C0-C6CD-4CFE-A0AF-6B69BDB117D4}" dt="2026-03-23T19:42:14.654" v="256" actId="5793"/>
        <pc:sldMkLst>
          <pc:docMk/>
          <pc:sldMk cId="2218329834" sldId="272"/>
        </pc:sldMkLst>
        <pc:spChg chg="mod">
          <ac:chgData name="Tyler Parker" userId="d600db0a132671fc" providerId="LiveId" clId="{604D48C0-C6CD-4CFE-A0AF-6B69BDB117D4}" dt="2026-03-23T19:42:14.654" v="256" actId="5793"/>
          <ac:spMkLst>
            <pc:docMk/>
            <pc:sldMk cId="2218329834" sldId="272"/>
            <ac:spMk id="3" creationId="{929990AD-1E62-97CF-6034-5966B15E76D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20C370-9B30-4FC2-90F1-F83A67B7726F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957B42-9C2E-4808-BE61-1A853C789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167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7B42-9C2E-4808-BE61-1A853C789FA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2512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</a:t>
            </a:r>
          </a:p>
          <a:p>
            <a:r>
              <a:rPr lang="en-US" dirty="0"/>
              <a:t>Retain</a:t>
            </a:r>
          </a:p>
          <a:p>
            <a:r>
              <a:rPr lang="en-US" dirty="0"/>
              <a:t>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7B42-9C2E-4808-BE61-1A853C789FA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169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Reel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cluster</a:t>
            </a:r>
            <a:r>
              <a:rPr lang="en-US" sz="1800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Likes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Views</a:t>
            </a:r>
            <a:r>
              <a:rPr lang="en-US" dirty="0"/>
              <a:t> </a:t>
            </a:r>
          </a:p>
          <a:p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124.3125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4492.104167</a:t>
            </a:r>
            <a:r>
              <a:rPr lang="en-US" dirty="0"/>
              <a:t> </a:t>
            </a:r>
          </a:p>
          <a:p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323.666667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11132.11111</a:t>
            </a:r>
            <a:r>
              <a:rPr lang="en-US" dirty="0"/>
              <a:t> </a:t>
            </a:r>
          </a:p>
          <a:p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53.985294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1698.882353</a:t>
            </a:r>
            <a:r>
              <a:rPr lang="en-US" dirty="0"/>
              <a:t> </a:t>
            </a:r>
          </a:p>
          <a:p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1006.333333</a:t>
            </a:r>
            <a:r>
              <a:rPr lang="en-US" dirty="0"/>
              <a:t> 	</a:t>
            </a:r>
            <a:r>
              <a:rPr lang="en-US" sz="1800" b="0" i="0" u="none" strike="noStrike" dirty="0">
                <a:solidFill>
                  <a:srgbClr val="FF0000"/>
                </a:solidFill>
                <a:effectLst/>
                <a:latin typeface="Calibri" panose="020F0502020204030204" pitchFamily="34" charset="0"/>
              </a:rPr>
              <a:t>22246.33333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7B42-9C2E-4808-BE61-1A853C789FA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5225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7B42-9C2E-4808-BE61-1A853C789FA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9726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0910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364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612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770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639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753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500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1686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281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904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41873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5373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865426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2845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9297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E00D9-0E8B-4EEB-87D3-6B20B0F560C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137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EE00D9-0E8B-4EEB-87D3-6B20B0F560C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BE0EDC61-7C13-4097-BB9E-F033F6234A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805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stagram.com/reel/DNYX-B6xKx8/" TargetMode="External"/><Relationship Id="rId2" Type="http://schemas.openxmlformats.org/officeDocument/2006/relationships/hyperlink" Target="https://www.instagram.com/reel/DDXohBRv5U5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instagram.com/reel/DK2Q7I-x5Tq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29243-0B25-4BAA-B8C5-53022B96E8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Wonder Boys &amp; Social </a:t>
            </a:r>
            <a:br>
              <a:rPr lang="en-US" dirty="0"/>
            </a:br>
            <a:r>
              <a:rPr lang="en-US" dirty="0"/>
              <a:t>Noise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6C54AC-81F5-4878-B446-2590D5E0A0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Tyler Parker</a:t>
            </a:r>
          </a:p>
          <a:p>
            <a:r>
              <a:rPr lang="en-US" dirty="0"/>
              <a:t>Arkansas Tech University</a:t>
            </a:r>
          </a:p>
        </p:txBody>
      </p:sp>
    </p:spTree>
    <p:extLst>
      <p:ext uri="{BB962C8B-B14F-4D97-AF65-F5344CB8AC3E}">
        <p14:creationId xmlns:p14="http://schemas.microsoft.com/office/powerpoint/2010/main" val="2562106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B9178E6-BC05-4951-8F77-2F100E4F1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800" dirty="0"/>
              <a:t>How can analytics help with retention and recruitment of students through social media?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453ACE-CAD5-8D98-B66A-87A79E52A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868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B6076-927C-41CC-ADF0-F28A097E9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464" y="776632"/>
            <a:ext cx="8596668" cy="38807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9600" dirty="0"/>
          </a:p>
          <a:p>
            <a:pPr marL="0" indent="0" algn="ctr">
              <a:buNone/>
            </a:pPr>
            <a:r>
              <a:rPr lang="en-US" sz="9600" dirty="0"/>
              <a:t>GRM</a:t>
            </a:r>
          </a:p>
        </p:txBody>
      </p:sp>
    </p:spTree>
    <p:extLst>
      <p:ext uri="{BB962C8B-B14F-4D97-AF65-F5344CB8AC3E}">
        <p14:creationId xmlns:p14="http://schemas.microsoft.com/office/powerpoint/2010/main" val="2704763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C594-06BB-457E-8F1A-DE099DEC4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DBF1E62-0D49-4D8A-9D28-091A3B800A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6640107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70A08-B945-487F-8E70-E1C634845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1ECEBEC-04C5-4459-866E-B00088A578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87344" cy="6857999"/>
          </a:xfrm>
        </p:spPr>
      </p:pic>
    </p:spTree>
    <p:extLst>
      <p:ext uri="{BB962C8B-B14F-4D97-AF65-F5344CB8AC3E}">
        <p14:creationId xmlns:p14="http://schemas.microsoft.com/office/powerpoint/2010/main" val="1945193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E5D0B-1DF7-4EB9-A1D0-D66E76D8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200D366-987C-4866-9771-53B5DAE9A9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903" y="518984"/>
            <a:ext cx="11311763" cy="5820031"/>
          </a:xfrm>
        </p:spPr>
      </p:pic>
    </p:spTree>
    <p:extLst>
      <p:ext uri="{BB962C8B-B14F-4D97-AF65-F5344CB8AC3E}">
        <p14:creationId xmlns:p14="http://schemas.microsoft.com/office/powerpoint/2010/main" val="16617805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503F8-50A2-46D3-B90A-7B5698D60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Importance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A1ABD4F-DCBE-4EF6-974E-AEF5E39582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67" y="1609725"/>
            <a:ext cx="11667167" cy="4905375"/>
          </a:xfrm>
        </p:spPr>
      </p:pic>
    </p:spTree>
    <p:extLst>
      <p:ext uri="{BB962C8B-B14F-4D97-AF65-F5344CB8AC3E}">
        <p14:creationId xmlns:p14="http://schemas.microsoft.com/office/powerpoint/2010/main" val="400813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4597D-1EBE-488C-A05D-D0CA02F7B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</a:t>
            </a:r>
          </a:p>
        </p:txBody>
      </p:sp>
      <p:pic>
        <p:nvPicPr>
          <p:cNvPr id="7" name="Content Placeholder 6" descr="The image displays a scatter plot with a regression line, indicating a positive correlation between the number of views and likes, with confidence intervals suggesting a statistically significant relationship.&#10;&#10;AI-generated content may be incorrect.">
            <a:extLst>
              <a:ext uri="{FF2B5EF4-FFF2-40B4-BE49-F238E27FC236}">
                <a16:creationId xmlns:a16="http://schemas.microsoft.com/office/drawing/2014/main" id="{FF415377-A8B6-AF39-245F-BD4869525B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25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E9E88-96C5-4297-2DF7-60133F8A0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9990AD-1E62-97CF-6034-5966B15E76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u="sng" dirty="0">
                <a:hlinkClick r:id="rId2"/>
              </a:rPr>
              <a:t>https://www.instagram.com/reel/DDXohBRv5U5/</a:t>
            </a:r>
            <a:r>
              <a:rPr lang="en-US" dirty="0"/>
              <a:t> </a:t>
            </a:r>
          </a:p>
          <a:p>
            <a:r>
              <a:rPr lang="en-US" u="sng" dirty="0">
                <a:hlinkClick r:id="rId3"/>
              </a:rPr>
              <a:t>https://www.instagram.com/reel/DNYX-B6xKx8/</a:t>
            </a:r>
            <a:r>
              <a:rPr lang="en-US" dirty="0"/>
              <a:t> </a:t>
            </a:r>
          </a:p>
          <a:p>
            <a:r>
              <a:rPr lang="en-US" dirty="0">
                <a:hlinkClick r:id="rId4"/>
              </a:rPr>
              <a:t>https://www.instagram.com/reel/DK2Q7I-x5Tq/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3298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F700B8A9-6E16-FCE8-A370-053B2C949F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C7198DC-461F-B082-0FEE-1162F3DDB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7303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C79B9-EB15-47C4-993C-2FB13D5EF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>
            <a:normAutofit/>
          </a:bodyPr>
          <a:lstStyle/>
          <a:p>
            <a:r>
              <a:rPr lang="en-US" dirty="0"/>
              <a:t>Text Analysis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A93EF8-36E4-4FBA-B439-4DD9AD0A99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>
            <a:normAutofit/>
          </a:bodyPr>
          <a:lstStyle/>
          <a:p>
            <a:r>
              <a:rPr lang="en-US" dirty="0"/>
              <a:t>Sentiment -1:1 negative – positive wording</a:t>
            </a:r>
          </a:p>
          <a:p>
            <a:r>
              <a:rPr lang="en-US" dirty="0"/>
              <a:t>Subjectivity: 0:1 factual – opinionated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1031" name="Straight Connector 1030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5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37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39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41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43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45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47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200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2E5D7-957D-1717-FB3F-D5BAA0AE6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748A2-BA92-FD8D-8ECF-07FAF7F49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698BE3-45D8-CEDD-B77E-1FA04D4D75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2192001" cy="6823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9297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F1A84-7076-8759-99C9-79FE3D83E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60828-9B1A-219B-D3CD-C1774116F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2A77F3-C987-F14C-9A4C-ADCF3B534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865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50CD1-3386-425A-A82E-73CED8071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4AF6C-32D4-4F67-A9F8-AFB842C304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Characters = 301</a:t>
            </a:r>
          </a:p>
          <a:p>
            <a:r>
              <a:rPr lang="en-US" dirty="0"/>
              <a:t>Words = 43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5934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12F4D-A7D8-46C2-82E6-544FB677E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03E82-2625-4DCD-83F9-16EFE3035E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descriptions short</a:t>
            </a:r>
          </a:p>
          <a:p>
            <a:r>
              <a:rPr lang="en-US" dirty="0"/>
              <a:t>Post on Fridays (8 am / 10 pm)</a:t>
            </a:r>
          </a:p>
          <a:p>
            <a:r>
              <a:rPr lang="en-US" dirty="0"/>
              <a:t>Keep a similar feel to other post that went viral</a:t>
            </a:r>
          </a:p>
          <a:p>
            <a:r>
              <a:rPr lang="en-US" dirty="0"/>
              <a:t>Push more views </a:t>
            </a:r>
          </a:p>
        </p:txBody>
      </p:sp>
    </p:spTree>
    <p:extLst>
      <p:ext uri="{BB962C8B-B14F-4D97-AF65-F5344CB8AC3E}">
        <p14:creationId xmlns:p14="http://schemas.microsoft.com/office/powerpoint/2010/main" val="339439106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1885</TotalTime>
  <Words>146</Words>
  <Application>Microsoft Office PowerPoint</Application>
  <PresentationFormat>Widescreen</PresentationFormat>
  <Paragraphs>35</Paragraphs>
  <Slides>15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Consolas</vt:lpstr>
      <vt:lpstr>Trebuchet MS</vt:lpstr>
      <vt:lpstr>Wingdings 3</vt:lpstr>
      <vt:lpstr>Facet</vt:lpstr>
      <vt:lpstr>Wonder Boys &amp; Social  Noise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Feature Importance</vt:lpstr>
      <vt:lpstr>Regression</vt:lpstr>
      <vt:lpstr>PowerPoint Presentation</vt:lpstr>
      <vt:lpstr>PowerPoint Presentation</vt:lpstr>
      <vt:lpstr>Text Analysis </vt:lpstr>
      <vt:lpstr>PowerPoint Presentation</vt:lpstr>
      <vt:lpstr>PowerPoint Presentation</vt:lpstr>
      <vt:lpstr>PowerPoint Presentation</vt:lpstr>
      <vt:lpstr>Findings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Arkansas Tech Social Media Analytics</dc:title>
  <dc:creator>Tyler Parker</dc:creator>
  <cp:lastModifiedBy>Tyler Parker</cp:lastModifiedBy>
  <cp:revision>14</cp:revision>
  <dcterms:created xsi:type="dcterms:W3CDTF">2026-03-19T16:45:10Z</dcterms:created>
  <dcterms:modified xsi:type="dcterms:W3CDTF">2026-03-23T19:48:23Z</dcterms:modified>
</cp:coreProperties>
</file>