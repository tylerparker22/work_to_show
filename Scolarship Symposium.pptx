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5"/>
  </p:notesMasterIdLst>
  <p:sldIdLst>
    <p:sldId id="256" r:id="rId2"/>
    <p:sldId id="270" r:id="rId3"/>
    <p:sldId id="257" r:id="rId4"/>
    <p:sldId id="260" r:id="rId5"/>
    <p:sldId id="266" r:id="rId6"/>
    <p:sldId id="267" r:id="rId7"/>
    <p:sldId id="258" r:id="rId8"/>
    <p:sldId id="261" r:id="rId9"/>
    <p:sldId id="262" r:id="rId10"/>
    <p:sldId id="264" r:id="rId11"/>
    <p:sldId id="269" r:id="rId12"/>
    <p:sldId id="265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7" autoAdjust="0"/>
    <p:restoredTop sz="95611" autoAdjust="0"/>
  </p:normalViewPr>
  <p:slideViewPr>
    <p:cSldViewPr snapToGrid="0">
      <p:cViewPr>
        <p:scale>
          <a:sx n="100" d="100"/>
          <a:sy n="100" d="100"/>
        </p:scale>
        <p:origin x="816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20C370-9B30-4FC2-90F1-F83A67B7726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57B42-9C2E-4808-BE61-1A853C789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167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7B42-9C2E-4808-BE61-1A853C789FA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2512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</a:t>
            </a:r>
          </a:p>
          <a:p>
            <a:r>
              <a:rPr lang="en-US" dirty="0"/>
              <a:t>Retain</a:t>
            </a:r>
          </a:p>
          <a:p>
            <a:r>
              <a:rPr lang="en-US" dirty="0"/>
              <a:t>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7B42-9C2E-4808-BE61-1A853C789F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169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Reel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cluster</a:t>
            </a:r>
            <a:r>
              <a:rPr lang="en-US" sz="1800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Likes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Views</a:t>
            </a:r>
            <a:r>
              <a:rPr lang="en-US" dirty="0"/>
              <a:t> </a:t>
            </a:r>
          </a:p>
          <a:p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124.3125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4492.104167</a:t>
            </a:r>
            <a:r>
              <a:rPr lang="en-US" dirty="0"/>
              <a:t> </a:t>
            </a:r>
          </a:p>
          <a:p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323.666667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11132.11111</a:t>
            </a:r>
            <a:r>
              <a:rPr lang="en-US" dirty="0"/>
              <a:t> </a:t>
            </a:r>
          </a:p>
          <a:p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53.985294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1698.882353</a:t>
            </a:r>
            <a:r>
              <a:rPr lang="en-US" dirty="0"/>
              <a:t> </a:t>
            </a:r>
          </a:p>
          <a:p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1006.333333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22246.33333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7B42-9C2E-4808-BE61-1A853C789F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522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7B42-9C2E-4808-BE61-1A853C789F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9726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91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364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612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770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639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753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500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686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281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904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4187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37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865426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2845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929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37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EE00D9-0E8B-4EEB-87D3-6B20B0F560C5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805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9243-0B25-4BAA-B8C5-53022B96E8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Arkansas Tech Social Media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6C54AC-81F5-4878-B446-2590D5E0A0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106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9DB02-59F8-4FB4-A24A-0AAA3E8A7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B5608-75B3-4C45-96B1-E1B9A94CD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BDA</a:t>
            </a:r>
          </a:p>
          <a:p>
            <a:r>
              <a:rPr lang="en-US" dirty="0"/>
              <a:t>Job</a:t>
            </a:r>
          </a:p>
          <a:p>
            <a:pPr lvl="1"/>
            <a:r>
              <a:rPr lang="en-US" dirty="0"/>
              <a:t>Recruit and Retention</a:t>
            </a:r>
          </a:p>
        </p:txBody>
      </p:sp>
    </p:spTree>
    <p:extLst>
      <p:ext uri="{BB962C8B-B14F-4D97-AF65-F5344CB8AC3E}">
        <p14:creationId xmlns:p14="http://schemas.microsoft.com/office/powerpoint/2010/main" val="2738762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22F8D-DCBB-4E43-AB3C-C4BA912D2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B9178E6-BC05-4951-8F77-2F100E4F1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can we increase social media growth through post analytics? </a:t>
            </a:r>
          </a:p>
          <a:p>
            <a:endParaRPr lang="en-US" dirty="0"/>
          </a:p>
          <a:p>
            <a:r>
              <a:rPr lang="en-US" dirty="0"/>
              <a:t>Algorithm </a:t>
            </a:r>
          </a:p>
          <a:p>
            <a:r>
              <a:rPr lang="en-US" dirty="0"/>
              <a:t>Psychology</a:t>
            </a:r>
          </a:p>
        </p:txBody>
      </p:sp>
    </p:spTree>
    <p:extLst>
      <p:ext uri="{BB962C8B-B14F-4D97-AF65-F5344CB8AC3E}">
        <p14:creationId xmlns:p14="http://schemas.microsoft.com/office/powerpoint/2010/main" val="1064868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B6076-927C-41CC-ADF0-F28A097E9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464" y="776632"/>
            <a:ext cx="8596668" cy="38807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9600" dirty="0"/>
          </a:p>
          <a:p>
            <a:pPr marL="0" indent="0" algn="ctr">
              <a:buNone/>
            </a:pPr>
            <a:r>
              <a:rPr lang="en-US" sz="9600" dirty="0"/>
              <a:t>GRM</a:t>
            </a:r>
          </a:p>
        </p:txBody>
      </p:sp>
    </p:spTree>
    <p:extLst>
      <p:ext uri="{BB962C8B-B14F-4D97-AF65-F5344CB8AC3E}">
        <p14:creationId xmlns:p14="http://schemas.microsoft.com/office/powerpoint/2010/main" val="2704763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C594-06BB-457E-8F1A-DE099DEC4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BF1E62-0D49-4D8A-9D28-091A3B800A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664010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70A08-B945-487F-8E70-E1C634845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1ECEBEC-04C5-4459-866E-B00088A578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87344" cy="6857999"/>
          </a:xfrm>
        </p:spPr>
      </p:pic>
    </p:spTree>
    <p:extLst>
      <p:ext uri="{BB962C8B-B14F-4D97-AF65-F5344CB8AC3E}">
        <p14:creationId xmlns:p14="http://schemas.microsoft.com/office/powerpoint/2010/main" val="1945193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4597D-1EBE-488C-A05D-D0CA02F7B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D400AA-B24F-4F1E-BB69-742A6DB3CD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517" y="2111880"/>
            <a:ext cx="10776965" cy="4555620"/>
          </a:xfrm>
        </p:spPr>
      </p:pic>
    </p:spTree>
    <p:extLst>
      <p:ext uri="{BB962C8B-B14F-4D97-AF65-F5344CB8AC3E}">
        <p14:creationId xmlns:p14="http://schemas.microsoft.com/office/powerpoint/2010/main" val="129825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503F8-50A2-46D3-B90A-7B5698D60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Importance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A1ABD4F-DCBE-4EF6-974E-AEF5E39582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67" y="1609725"/>
            <a:ext cx="11667167" cy="4905375"/>
          </a:xfrm>
        </p:spPr>
      </p:pic>
    </p:spTree>
    <p:extLst>
      <p:ext uri="{BB962C8B-B14F-4D97-AF65-F5344CB8AC3E}">
        <p14:creationId xmlns:p14="http://schemas.microsoft.com/office/powerpoint/2010/main" val="4008137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B6A3E19-4E2E-4263-8708-BD52414703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09" y="0"/>
            <a:ext cx="12175391" cy="6858000"/>
          </a:xfr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55689BE9-DCCC-469E-8CA1-9AAB2F043E2F}"/>
              </a:ext>
            </a:extLst>
          </p:cNvPr>
          <p:cNvSpPr/>
          <p:nvPr/>
        </p:nvSpPr>
        <p:spPr>
          <a:xfrm>
            <a:off x="504825" y="2962275"/>
            <a:ext cx="4210050" cy="1247775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A60CC85-C09F-473C-BFFE-B4E0D11FC50B}"/>
              </a:ext>
            </a:extLst>
          </p:cNvPr>
          <p:cNvSpPr/>
          <p:nvPr/>
        </p:nvSpPr>
        <p:spPr>
          <a:xfrm>
            <a:off x="2419350" y="1409701"/>
            <a:ext cx="8782050" cy="857249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30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C79B9-EB15-47C4-993C-2FB13D5EF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Analysis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93EF8-36E4-4FBA-B439-4DD9AD0A99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Sentiment -1:1 negative – positive wording</a:t>
            </a:r>
          </a:p>
          <a:p>
            <a:r>
              <a:rPr lang="en-US" dirty="0"/>
              <a:t>Subjectivity: 0:1 factual – opinionated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74F61F8-8836-4DFF-A90B-4343BB165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515612"/>
              </p:ext>
            </p:extLst>
          </p:nvPr>
        </p:nvGraphicFramePr>
        <p:xfrm>
          <a:off x="1041400" y="3839499"/>
          <a:ext cx="3159125" cy="24089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8792">
                  <a:extLst>
                    <a:ext uri="{9D8B030D-6E8A-4147-A177-3AD203B41FA5}">
                      <a16:colId xmlns:a16="http://schemas.microsoft.com/office/drawing/2014/main" val="1655049291"/>
                    </a:ext>
                  </a:extLst>
                </a:gridCol>
                <a:gridCol w="1088824">
                  <a:extLst>
                    <a:ext uri="{9D8B030D-6E8A-4147-A177-3AD203B41FA5}">
                      <a16:colId xmlns:a16="http://schemas.microsoft.com/office/drawing/2014/main" val="1575252837"/>
                    </a:ext>
                  </a:extLst>
                </a:gridCol>
                <a:gridCol w="1211509">
                  <a:extLst>
                    <a:ext uri="{9D8B030D-6E8A-4147-A177-3AD203B41FA5}">
                      <a16:colId xmlns:a16="http://schemas.microsoft.com/office/drawing/2014/main" val="1863034092"/>
                    </a:ext>
                  </a:extLst>
                </a:gridCol>
              </a:tblGrid>
              <a:tr h="640251">
                <a:tc>
                  <a:txBody>
                    <a:bodyPr/>
                    <a:lstStyle/>
                    <a:p>
                      <a:pPr algn="ctr" fontAlgn="ctr"/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sentiment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subjectivity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6685550"/>
                  </a:ext>
                </a:extLst>
              </a:tr>
              <a:tr h="35373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>
                          <a:effectLst/>
                        </a:rPr>
                        <a:t>cluster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3498854"/>
                  </a:ext>
                </a:extLst>
              </a:tr>
              <a:tr h="35373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0.222052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0.326461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3202060"/>
                  </a:ext>
                </a:extLst>
              </a:tr>
              <a:tr h="35373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0.123042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0.296481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4244370"/>
                  </a:ext>
                </a:extLst>
              </a:tr>
              <a:tr h="35373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0.215238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0.406514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17244701"/>
                  </a:ext>
                </a:extLst>
              </a:tr>
              <a:tr h="353730">
                <a:tc>
                  <a:txBody>
                    <a:bodyPr/>
                    <a:lstStyle/>
                    <a:p>
                      <a:pPr marL="0" algn="ctr" defTabSz="457200" rtl="0" eaLnBrk="1" fontAlgn="ctr" latinLnBrk="0" hangingPunct="1"/>
                      <a:r>
                        <a:rPr lang="en-US" sz="1000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457200" rtl="0" eaLnBrk="1" fontAlgn="ctr" latinLnBrk="0" hangingPunct="1"/>
                      <a:r>
                        <a:rPr lang="en-US" sz="1000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0.204919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457200" rtl="0" eaLnBrk="1" fontAlgn="ctr" latinLnBrk="0" hangingPunct="1"/>
                      <a:r>
                        <a:rPr lang="en-US" sz="1000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0.476852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879021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0200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50CD1-3386-425A-A82E-73CED807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4AF6C-32D4-4F67-A9F8-AFB842C30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Characters = 301</a:t>
            </a:r>
          </a:p>
          <a:p>
            <a:r>
              <a:rPr lang="en-US" dirty="0"/>
              <a:t>Words = 43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593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E5D0B-1DF7-4EB9-A1D0-D66E76D8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200D366-987C-4866-9771-53B5DAE9A9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903" y="518984"/>
            <a:ext cx="11311763" cy="5820031"/>
          </a:xfrm>
        </p:spPr>
      </p:pic>
    </p:spTree>
    <p:extLst>
      <p:ext uri="{BB962C8B-B14F-4D97-AF65-F5344CB8AC3E}">
        <p14:creationId xmlns:p14="http://schemas.microsoft.com/office/powerpoint/2010/main" val="1661780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12F4D-A7D8-46C2-82E6-544FB677E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03E82-2625-4DCD-83F9-16EFE3035E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descriptions short</a:t>
            </a:r>
          </a:p>
          <a:p>
            <a:r>
              <a:rPr lang="en-US" dirty="0"/>
              <a:t>Post on Fridays (8 am / 10 pm)</a:t>
            </a:r>
          </a:p>
          <a:p>
            <a:r>
              <a:rPr lang="en-US" dirty="0"/>
              <a:t>Keep a similar feel to other post that went viral</a:t>
            </a:r>
          </a:p>
          <a:p>
            <a:r>
              <a:rPr lang="en-US" dirty="0"/>
              <a:t>Push more views </a:t>
            </a:r>
          </a:p>
        </p:txBody>
      </p:sp>
    </p:spTree>
    <p:extLst>
      <p:ext uri="{BB962C8B-B14F-4D97-AF65-F5344CB8AC3E}">
        <p14:creationId xmlns:p14="http://schemas.microsoft.com/office/powerpoint/2010/main" val="339439106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1592</TotalTime>
  <Words>126</Words>
  <Application>Microsoft Office PowerPoint</Application>
  <PresentationFormat>Widescreen</PresentationFormat>
  <Paragraphs>53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Consolas</vt:lpstr>
      <vt:lpstr>Trebuchet MS</vt:lpstr>
      <vt:lpstr>Wingdings 3</vt:lpstr>
      <vt:lpstr>Facet</vt:lpstr>
      <vt:lpstr>Arkansas Tech Social Media Analytics</vt:lpstr>
      <vt:lpstr>Background</vt:lpstr>
      <vt:lpstr>Question?</vt:lpstr>
      <vt:lpstr>PowerPoint Presentation</vt:lpstr>
      <vt:lpstr>PowerPoint Presentation</vt:lpstr>
      <vt:lpstr>PowerPoint Presentation</vt:lpstr>
      <vt:lpstr>Regression</vt:lpstr>
      <vt:lpstr>Feature Importance</vt:lpstr>
      <vt:lpstr>PowerPoint Presentation</vt:lpstr>
      <vt:lpstr>Text Analysis </vt:lpstr>
      <vt:lpstr>PowerPoint Presentation</vt:lpstr>
      <vt:lpstr>PowerPoint Presentation</vt:lpstr>
      <vt:lpstr>Findings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Arkansas Tech Social Media Analytics</dc:title>
  <dc:creator>Tyler Parker</dc:creator>
  <cp:lastModifiedBy>Tyler Parker</cp:lastModifiedBy>
  <cp:revision>14</cp:revision>
  <dcterms:created xsi:type="dcterms:W3CDTF">2026-03-19T16:45:10Z</dcterms:created>
  <dcterms:modified xsi:type="dcterms:W3CDTF">2026-03-20T19:48:23Z</dcterms:modified>
</cp:coreProperties>
</file>