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83ACF-E194-401F-BD9C-44CF01B2419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85E1-35DA-40B1-8E88-47DD6EE3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596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83ACF-E194-401F-BD9C-44CF01B2419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85E1-35DA-40B1-8E88-47DD6EE3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806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83ACF-E194-401F-BD9C-44CF01B2419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85E1-35DA-40B1-8E88-47DD6EE3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211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83ACF-E194-401F-BD9C-44CF01B2419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85E1-35DA-40B1-8E88-47DD6EE3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87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83ACF-E194-401F-BD9C-44CF01B2419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85E1-35DA-40B1-8E88-47DD6EE3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13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83ACF-E194-401F-BD9C-44CF01B2419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85E1-35DA-40B1-8E88-47DD6EE3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74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83ACF-E194-401F-BD9C-44CF01B2419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85E1-35DA-40B1-8E88-47DD6EE3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407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83ACF-E194-401F-BD9C-44CF01B2419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85E1-35DA-40B1-8E88-47DD6EE3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39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83ACF-E194-401F-BD9C-44CF01B2419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85E1-35DA-40B1-8E88-47DD6EE3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363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83ACF-E194-401F-BD9C-44CF01B2419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85E1-35DA-40B1-8E88-47DD6EE3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19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83ACF-E194-401F-BD9C-44CF01B2419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85E1-35DA-40B1-8E88-47DD6EE3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5902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83ACF-E194-401F-BD9C-44CF01B2419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85E1-35DA-40B1-8E88-47DD6EE3FFD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837664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83ACF-E194-401F-BD9C-44CF01B2419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85E1-35DA-40B1-8E88-47DD6EE3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7674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83ACF-E194-401F-BD9C-44CF01B2419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85E1-35DA-40B1-8E88-47DD6EE3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77850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83ACF-E194-401F-BD9C-44CF01B2419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85E1-35DA-40B1-8E88-47DD6EE3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322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83ACF-E194-401F-BD9C-44CF01B2419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85E1-35DA-40B1-8E88-47DD6EE3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00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83ACF-E194-401F-BD9C-44CF01B2419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885E1-35DA-40B1-8E88-47DD6EE3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782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23483ACF-E194-401F-BD9C-44CF01B2419C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B1885E1-35DA-40B1-8E88-47DD6EE3FF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547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771E9-023D-443C-B89D-3B260DB285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Pitcher Arm Injuries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1B7369-31B5-47BE-B5F2-5F9E02FBC8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259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1ED14-9814-43F3-8793-9D6C01D75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31708-7340-4599-B387-0E9DC5E8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172 pitchers on Injured List</a:t>
            </a:r>
          </a:p>
          <a:p>
            <a:r>
              <a:rPr lang="en-US" dirty="0"/>
              <a:t>8,452 Days Missed</a:t>
            </a:r>
          </a:p>
          <a:p>
            <a:r>
              <a:rPr lang="en-US" dirty="0"/>
              <a:t>$193 Million</a:t>
            </a:r>
          </a:p>
        </p:txBody>
      </p:sp>
    </p:spTree>
    <p:extLst>
      <p:ext uri="{BB962C8B-B14F-4D97-AF65-F5344CB8AC3E}">
        <p14:creationId xmlns:p14="http://schemas.microsoft.com/office/powerpoint/2010/main" val="2649818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28CF0-DDB0-4643-AD70-4EC6C9C1E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9041261-1DCF-4D4F-A4AD-D74EE0F42C9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989614"/>
          <a:ext cx="10515600" cy="40233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07451407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57900943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737074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Year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Avg FB Velocity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MLB Tommy John Surgeries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5233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2015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93.1 mph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51711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2016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93.4 mph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9308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2017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93.4 mph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65113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2018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93.5 mph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21255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2019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93.6 mph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488124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2020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93.3 mph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15 (COVID 60-game season)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70219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2021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93.7 mph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640423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2022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93.9 mph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922994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2023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94.2 mph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31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7921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2024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93.3 mph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95204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890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6597F-0ADB-49A0-BBB2-B7F43F773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2CCA11-CA1B-4826-B4D7-9CE5ECC1F1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619" y="1731963"/>
            <a:ext cx="4059237" cy="4059237"/>
          </a:xfrm>
        </p:spPr>
      </p:pic>
    </p:spTree>
    <p:extLst>
      <p:ext uri="{BB962C8B-B14F-4D97-AF65-F5344CB8AC3E}">
        <p14:creationId xmlns:p14="http://schemas.microsoft.com/office/powerpoint/2010/main" val="1671854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3F81C-E5BD-4A43-ADF6-C6587A4D5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it does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8846C-15EC-4A6B-808F-1A184887E2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Helps identify what causes injuries. </a:t>
            </a:r>
          </a:p>
          <a:p>
            <a:r>
              <a:rPr lang="en-US" dirty="0"/>
              <a:t>Why it causes the injury. </a:t>
            </a:r>
          </a:p>
          <a:p>
            <a:endParaRPr lang="en-US" dirty="0"/>
          </a:p>
          <a:p>
            <a:r>
              <a:rPr lang="en-US" dirty="0"/>
              <a:t>Sends data</a:t>
            </a:r>
          </a:p>
        </p:txBody>
      </p:sp>
    </p:spTree>
    <p:extLst>
      <p:ext uri="{BB962C8B-B14F-4D97-AF65-F5344CB8AC3E}">
        <p14:creationId xmlns:p14="http://schemas.microsoft.com/office/powerpoint/2010/main" val="13663446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27</TotalTime>
  <Words>84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Calisto MT</vt:lpstr>
      <vt:lpstr>Wingdings 2</vt:lpstr>
      <vt:lpstr>Slate</vt:lpstr>
      <vt:lpstr>Pitcher Arm Injuries</vt:lpstr>
      <vt:lpstr>PowerPoint Presentation</vt:lpstr>
      <vt:lpstr>PowerPoint Presentation</vt:lpstr>
      <vt:lpstr>PowerPoint Presentation</vt:lpstr>
      <vt:lpstr>What it does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Pitcher Arm Injuries</dc:title>
  <dc:creator>Tyler Parker</dc:creator>
  <cp:lastModifiedBy>Tyler Parker</cp:lastModifiedBy>
  <cp:revision>4</cp:revision>
  <dcterms:created xsi:type="dcterms:W3CDTF">2026-03-06T17:03:06Z</dcterms:created>
  <dcterms:modified xsi:type="dcterms:W3CDTF">2026-03-06T17:30:42Z</dcterms:modified>
</cp:coreProperties>
</file>